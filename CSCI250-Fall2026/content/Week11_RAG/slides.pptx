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11 — Retrieval-Augmented Generation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Why RAG: give the LLM an open-book exam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The pipeline: load → chunk → embed → store → retrieve → ground → generate → cite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Chunking trade-offs (size &amp; overlap)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Retrieve from ChromaDB; ground the prompt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Generate with Claude AND Gemini; cite sources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Evaluate with the RAG triad — measure, don't guess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Capstone Milestone M2 (core build) — your graded work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Why RAG?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Bare LLM Can't See...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Your private documents (notes, PDFs, wiki)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Anything after its training cutoff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Niche facts it never memorized reliably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Ask anyway → it may hallucinate (confident + wrong)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RAG = retrieve trusted text, put it in the prompt, answer from THAT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vs fine-tuning: RAG is editable, cheap to update, and citable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RAG Pipeline — Two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Indexing (once, ahead)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load documents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chunk into passages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embed each chunk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store in ChromaDB +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Query time (per question)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embed the question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retrieve top-k chunks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ground the prompt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generate + cite (Claude / Gemini)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Chunking — Split Documents Sensibly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langchain_text_splitters import RecursiveCharacterTextSplitter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splitter = RecursiveCharacterTextSplitter(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chunk_size=500,     # ~chars per chunk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chunk_overlap=80,   # repeat text across boundaries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chunks = splitter.split_text(long_text)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Too big = noisy retrieval; too small = ideas cut in half; overlap keeps them whole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Embed &amp; Store (with metadata)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import chromadb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col = chromadb.Client().create_collection('kb')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col.add(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documents=chunks,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metadatas=[{'source': 'handbook.txt', 'chunk': i}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 for i in range(len(chunks))],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ids=[f'c{i}' for i in range(len(chunks))],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Metadata (source, chunk #) is what makes citations possible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Retrieve, then Ground the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res = col.query(query_texts=[question], n_results=3)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retrieved = res['documents'][0]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context = '\n\n'.join(f'[{i+1}] {c}'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         for i, c in enumerate(retrieved))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prompt = f'''Answer using ONLY the context below.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If it is not in the context, say "I don't know."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Cite sources by [number].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Context:\n{context}\n\nQuestion: {question}'''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The grounding instruction is the heart of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Generate — Claude &amp; Gemini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# Claude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import anthropic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msg = anthropic.Anthropic().messages.create(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model='claude-sonnet-4-6', max_tokens=400,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messages=[{'role':'user','content':prompt}])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print(msg.content[0].text)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Gemini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import google.generativeai as genai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genai.configure(api_key=os.environ['GEMINI_API_KEY'])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g = genai.GenerativeModel('gemini-2.5-flash')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print(g.generate_content(prompt).text)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Same retrieved context, two generators — compare faithfulness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Cite Sources &amp; Know Your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Show WHICH chunks/documents were used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Answer "I don't know" when retrieval is empty or weak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Never invent a citation that wasn't retrieved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Most RAG bugs are in RETRIEVAL, not generation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Print the retrieved chunks FIRST when debugging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Responsible AI: RAG can still hallucinate — cite sources; retrieval amplifies corpus bias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Modern RAG (2026) — Beyond Plain Vector 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Four Upgrades on Top of Dense + Fixed Chunks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Retrieve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Hybrid search: dense + BM25 keyword, FUSED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 -&gt; catches paraphrases AND exact tokens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Rerank: cross-encoder reorders the top-k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 -&gt; reads (question, chunk)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Smarter context &amp;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Contextual Retrieval (Anthropic):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 prepend a context blurb before embedding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Agentic RAG: model decides when/what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 to retrieve; multi-step lookups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Add only where the triad says it's the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Evaluate RAG — Measure, Don't Guess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RAG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Three links to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Context Relevance: right chunks?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Groundedness: answer supported?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Answer Relevance: on topic?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Each scored 1-5 by an LLM judge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Why it's powerful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Localizes the failure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Low context -&gt; fix retrieval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Low groundedness -&gt; fix prompt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Low answer rel. -&gt; fix 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Score It With the Shared Helpers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eval_utils import llm_judge, scorecard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rubric = ('Rate 1-5 how RELEVANT the answer is. '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'Return ONLY JSON: {"score": &lt;int&gt;, "reason": ""}.')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llm_judge(question, answer, rubric)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  -&gt; {'score': 4, 'reason': '...', 'judge': 'gemini'}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rows = [{'q': q, **rag_triad(rag(q))} for q in EVAL_QS]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scorecard(rows)   # per-question + average triad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Gemini Flash / Claude Haiku judge; heuristic fallback with no key — never crashes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Baseline → Change One Thing → Re-measure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Pin a FIXED set of eval questions (a test set)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Score a baseline config; print the scorecard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Change one thing (chunk_size 120 -&gt; 300)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Re-measure on the SAME questions — compare averages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Higher triad wins; ties go to the simpler/cheaper config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This is how you improve RAG without fooling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01_rag_pipeline.ipynb (full RAG, Claude + Gemini)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02_rag_experiments.ipynb (tune chunk_size, overlap, k)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03_rag_evaluation.ipynb (RAG triad + re-measure; key for real numbers)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Optional: 04_hybrid_rerank.ipynb (hybrid + cross-encoder rerank)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Try an out-of-scope question → expect "I don't know"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Build your M2 core engine; save the pipeline for the Capstone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Capstone M2 by Sunday 11:59 PM PST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