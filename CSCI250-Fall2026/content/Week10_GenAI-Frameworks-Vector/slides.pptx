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10 — GenAI Frameworks &amp; Vector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Build embeddings &amp; semantic search FROM SCRATCH (notebook 00 first)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Why keyword search fails; cosine similarity by hand; top-k search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ChromaDB = the scaled-up version of what you built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GenAI frameworks: LangChain building blocks &amp; chains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Document loaders &amp; text splitters; LlamaIndex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Assignment A8: embeddings + semantic search + a simple LLM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Embeddings — Build It Before the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Start With the Dumb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Keyword / substring search matches LETTERS, not meaning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Query "a young feline resting" over "The cat napped..."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-&gt; zero hits: none of those words literally appear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 human sees the match instantly — the computer doesn't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That failure is exactly WHY embeddings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Embeddings + Cosine Similarity,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sentence_transformers import SentenceTransformer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import numpy as np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 = SentenceTransformer("all-MiniLM-L6-v2")  # 384-dim, local, free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emb = model.encode(corpus)            # (n, 384) meaning-vectors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def cosine(a, b):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np.dot(a, b) / (np.linalg.norm(a) * np.linalg.norm(b))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cosine(emb[0], emb[1])   # cat vs kitten -&gt; high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cosine(emb[0], emb[5])   # cat vs market -&gt;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library magic: a dot product over two normalized vectors. NO 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Top-k Semantic Search —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def semantic_search(query, corpus, emb, k=3):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q = model.encode([query])[0]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scores = [cosine(q, e) for e in emb]   # vs every vector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ranked = sorted(enumerate(scores),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   key=lambda x: x[1], reverse=True)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return ranked[:k]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semantic_search("a young feline resting", corpus, emb)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-&gt; the cat sentences keyword search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This is the whole trick behind a vector database, in 5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ChromaDB = The Scaled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chromadb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col = chromadb.Client().create_collection("notes")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col.add(documents=corpus,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ids=[str(i) for i in range(len(corpus))])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col.query(query_texts=["a young feline resting"],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n_results=3)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same top results, now fast + indexed + persistent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col.query() IS your semantic_search() with an index 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Frameworks?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LangChain vs LlamaIndex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Chaining LLM steps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Swap models / providers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Tools &amp; agents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"Lego bricks for pipelines"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LlamaIndex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Ingest + index your docs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Q&amp;A / retrieval focus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Very little code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"A librarian for your docs"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LangChain Building Blocks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Chains with LCEL (the | pipe)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langchain_anthropic import ChatAnthropic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langchain_core.prompts import ChatPromptTemplate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langchain_core.output_parsers import StrOutputParser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claude = ChatAnthropic(model="claude-sonnet-4-6", max_tokens=300)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prompt = ChatPromptTemplate.from_messages([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("human", "Explain {topic} in 2 sentences.")])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chain = prompt | claude | StrOutputParser()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print(chain.invoke({"topic": "vector stores"}))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Swap claude for gemini and the rest of the chain is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Loaders &amp; Splitters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from langchain_community.document_loaders import TextLoader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langchain_text_splitters import RecursiveCharacterTextSplitter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docs = TextLoader("notes.txt").load()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splitter = RecursiveCharacterTextSplitter(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chunk_size=500, chunk_overlap=50)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chunks = splitter.split_documents(docs)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print(len(chunks), "chunks")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chunk_overlap repeats a little text so cross-boundary ideas survive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Preview: Ask-Your-Docs (→ 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1. Retrieve relevant chunks (vector search)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2. Stuff them into the prompt as context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3. Generate a grounded answer (Claude or Gemini)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Next week (Week 11) = full citation-aware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Final Project Ideas (posted this week)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Ask-your-notes / docs chatbot (RAG)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Study-guide / quiz generator with citations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Codebase Q&amp;A — index a small repo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Policy / FAQ assistant that cites sources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Proposal is Capstone M1 (Week 9); Capstone grows M2–M5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00_embeddings_intuition.ipynb FIRST (build it from scratch)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01_langchain_llamaindex.ipynb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02_embeddings_chromadb.ipynb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Draft one Final Project idea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Assignment A8 by Sunday 11:59 PM PST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