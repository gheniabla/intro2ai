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16 — Fine-Tuning, GenAI Ops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Decide: prompt vs. RAG vs. fine-tune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How fine-tuning works: data, epochs, overfitting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PEFT / LoRA — fine-tune without melting your GPU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GPUs for LLMs: memory &amp; quantization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GenAI Ops: serve, monitor, control cost &amp; latency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No graded assignment — keep building your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Prompt vs. RAG vs. Fine-Tune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 Down the Ladder (cheapest first)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1. Prompting — changes behavior &amp; format (try first)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2. RAG — changes knowledge (facts, freshness)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3. Fine-tuning — changes the model (style, narrow task, latency)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Made-up facts about your domain? → RAG, not fine-tuning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Want a small, cheap, fast specialist? → fine-tune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How Fine-Tuning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Dataset Is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input→output pairs (chat turns)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few hundred CLEAN examples beat 1000s noisy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hold out a validation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Knobs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epoch = one pass over data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learning rate = step size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val loss climbs → overfitting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PEFT / LoRA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Fine-Tune Without Full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Full fine-tune = update ALL billions of weights (costly)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PEFT: freeze base, train a tiny set of new params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LoRA: add small low-rank A·B beside frozen W (rank r ~8-16)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Train &lt;1% of params; save a small adapter (MB, not GB)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QLoRA: load base in 4-bit + LoRA → fine-tune on one Colab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LoRA Config (Hugging Face PEFT)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peft import LoraConfig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lora = LoraConfig(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r=8, lora_alpha=16, lora_dropout=0.05,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target_modules=["q_proj", "v_proj"],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task_type="CAUSAL_LM",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Full runnable demo in 01_lora_finetune_demo.ipynb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GPUs &amp; Quantization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Memory Is the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GPUs do massive parallel matrix math (10-100x CPU)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Loading rule: FP16 ~2 GB / billion params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8-bit ~1 GB/B · 4-bit ~0.5 GB/B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7B model: ~14 GB FP16 → ~4-5 GB in 4-bit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Quantization (16→8→4 bit) = small accuracy hit, big memory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GenAI Ops &amp;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Serve a Pipeline as an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300">
                <a:solidFill>
                  <a:srgbClr val="E6E6E6"/>
                </a:solidFill>
                <a:latin typeface="Consolas"/>
              </a:rPr>
              <a:t>from flask import Flask, request, jsonify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import anthropic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app = Flask(__name__)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client = anthropic.Anthropic()  # ANTHROPIC_API_KEY from env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@app.post("/chat")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def chat():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m = client.messages.create(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    model="claude-haiku-4-5-20251001", max_tokens=300,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    messages=[{"role": "user",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               "content": request.json["message"]}])</a:t>
            </a:r>
          </a:p>
          <a:p>
            <a:r>
              <a:rPr sz="1300">
                <a:solidFill>
                  <a:srgbClr val="E6E6E6"/>
                </a:solidFill>
                <a:latin typeface="Consolas"/>
              </a:rPr>
              <a:t>    return jsonify({"reply": m.content[0].text})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Hosted API = no GPU to run; self-hosted = privacy + per-token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Monitor &amp; Control Cost /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Latency: time-to-first-token + total 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Cost: priced per token — cap max_tokens, track usage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Pick the smallest model that passes eval; route easy → cheap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Cache repeats; shorten context (RAG); quantize self-hosted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Log prompts/responses → re-score (Week 17 eval harness)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document + skim PEFT/quantization docs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01_lora_finetune_demo.ipynb on a Colab GPU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Skim 02_serving_sketch.ipynb (API + monitoring)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Apply one cost/latency lever to your Final Project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No graded assignment — keep building!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