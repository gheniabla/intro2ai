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5 — Regression &amp;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Regression (predict a number) + its error metrics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Classification: logistic regression, k-NN, decision trees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Metrics that matter: precision, recall, F1, confusion matrix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Train / validation / test, overfitting &amp; regularization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Lab: Assignment A5 — train, evaluate, compare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Regression — Predicting a Number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Linear Regression +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sklearn.linear_model import LinearRegression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from sklearn.metrics import (mean_absolute_error,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root_mean_squared_error, r2_score)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reg = LinearRegression().fit(X_train, y_train)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 = reg.predict(X_test)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print('MAE :', mean_absolute_error(y_test, p))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print('RMSE:', root_mean_squared_error(y_test, p))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print('R^2 :', r2_score(y_test, p))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MAE = avg miss · RMSE punishes big misses · R² = variance explained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Reading Regression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MAE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Average absolute miss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Same units as y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Easy to explain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RMSE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Squares errors first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Punishes big misses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RMSE ≥ MAE always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Reading the Coefficients (reg.coef_)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One weight per feature (+ intercept)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Change in target per one-unit rise in that feature, others fixed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Sign = direction (up/down); magnitude = strength of pull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Largest |coef| = most influential feature for this model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Association, not causation — and compare magnitudes only when scaled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Classification — Predicting a Category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Workhorse Classifiers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Linear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Logistic regression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Outputs class probabilities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Strong, fast, interpretable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Instance &amp; rule based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k-NN: vote of k neighbors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Decision tree: yes/no flowchart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Trees overfit if too deep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Feature Scaling: Why k-NN Needs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sklearn.preprocessing import StandardScaler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from sklearn.pipeline import make_pipeline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k-NN votes by DISTANCE -&gt; a big-range feature dominates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knn = make_pipeline(StandardScaler(),       # mean 0, std 1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     KNeighborsClassifier(n_neighbors=5))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same k-NN scores HIGHER with scaling (see notebook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Scale for k-NN / SVM / neural nets. Trees split one feature at a time — scale-invariant.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When Accuracy 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Accuracy = fraction correct — fine only if classes are balanced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99% not-spam? 'always not-spam' = 99% accurate and useless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Precision = of flagged positives, how many were right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Recall = of actual positives, how many we caught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F1 = harmonic mean of precision &amp; recall (one number)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Classifier Metrics in sklearn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sklearn.metrics import (classification_report,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              confusion_matrix)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clf.fit(X_train, y_train)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 = clf.predict(X_test)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print(classification_report(y_test, p))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print(confusion_matrix(y_test, p))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Confusion matrix shows WHICH classes get confused — not just how many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Generalization: Train / Val / Test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Splits, One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Train — fit the model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Validation — tune model &amp; hyperparameters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Test — touched ONCE, at the end, for an honest score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Small data? Use cross_val_score(model, X, y, cv=5) instead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Overfit vs Underfit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Overfitting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Memorizes training noise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Great on train, poor on test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Big train↔test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Underfitting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Too simple for the pattern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Poor on BOTH train &amp; test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e.g. a line for a curve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Regularization Fights Overfitting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# smaller C = stronger regularization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LogisticRegression(C=0.1)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shallower tree = less overfitting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DecisionTreeClassifier(max_depth=3)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larger k = smoother boundary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KNeighborsClassifier(n_neighbors=15)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Tune for the train↔test GAP, not just the raw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Read sklearn 'Supervised learning' + 'Model evaluation'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01_regression.ipynb (MAE / RMSE / R², Ridge)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02_classification.ipynb (logreg, k-NN, tree + metrics)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Do the overfitting study (vary tree max_depth)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Lab A5 by Sunday 11:59 PM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