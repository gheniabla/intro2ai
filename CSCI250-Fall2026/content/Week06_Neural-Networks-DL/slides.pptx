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6 — Neural Networks &amp; Deep Learning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From classic ML to deep learning: neurons → layers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Activations (ReLU / sigmoid / softmax) and why nonlinearity matters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Loss, gradient descent, and backprop — intuition first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Build &amp; train a tiny network (PyTorch, NumPy fallback)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Brief tour: vision (CNNs) + sequences (Transformers)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Framing: this is the foundation under LLMs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No assignment — absorb fundamentals before the Week 7 midterm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One Neuron: The Perceptron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Single Neuron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import numpy as np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def neuron(x, w, b):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z = np.dot(w, x) + b        # weighted sum = w·x + b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1 / (1 + np.exp(-z)) # sigmoid activation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neuron(np.array([1.0, 2.0]), w=np.array([0.5, -0.3]), b=0.1)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Weights say how much each input matters; learning = finding good w and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Layers — Stacking Neurons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Input layer — your raw features (e.g., 784 pixels)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Hidden layers — where features are LEARNED ('deep' = several)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Output layer — the prediction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 dense layer is just:  H = activation(X @ W + b)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Stacking bends the decision boundary into any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Activations, Loss &amp;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Activation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Hidden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ReLU: max(0, z)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fast, avoids vanishing gradients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the default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Output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sigmoid → (0,1) probability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softmax → class distribution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same softmax picks an LLM's next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Loss — How Wrong Are We?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def mse(y_pred, y_true):          # regression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np.mean((y_pred - y_true) ** 2)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def bce(p, y):                   # binary classification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p = np.clip(p, 1e-9, 1 - 1e-9)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-np.mean(y*np.log(p) + (1-y)*np.log(1-p))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Training an LLM = minimizing cross-entropy of next-token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Gradient Descent + Backprop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Predict → compute loss → find the gradient → step downhill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Update rule:  w  ←  w − learning_rate × gradient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Learning rate: too big overshoots, too small crawls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Backprop = chain rule, output → input, in one backward pass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Frameworks (PyTorch autograd) compute gradients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Build It &amp; Scale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Tiny Network in PyTorch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400">
                <a:solidFill>
                  <a:srgbClr val="E6E6E6"/>
                </a:solidFill>
                <a:latin typeface="Consolas"/>
              </a:rPr>
              <a:t>model = nn.Sequential(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nn.Linear(2, 16), nn.ReLU(),   # hidden layer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nn.Linear(16, 2),              # 2-class output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)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for epoch in range(200):           # the training loop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opt.zero_grad()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loss = loss_fn(model(X), y)    # forward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loss.backward()                # backprop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opt.step()                     # gradient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NumPy from-scratch fallback in the notebook if torch won't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Quick Tour Beyond Dense 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Vision — CNNs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 small filter slides over the image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Detects edges → textures → shapes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Weight sharing makes vision practical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RNN/LSTM read one step at a time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Transformer reads all at once (attention)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The architecture behind every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Bridge to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An LLM is a very deep Transformer with billions of WEIGHTS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Trained by gradient descent + backprop on next-token prediction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Final softmax → probability of each possible next token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Every term here you learned this week — that's the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the document + watch 3Blue1Brown's neural-network series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01_tiny_neural_net.ipynb and watch the loss fall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Tweak learning rate / hidden size / epochs and observe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02_cnn_and_sequence_tour.ipynb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No assignment — start reviewing Weeks 1–5 for the midterm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