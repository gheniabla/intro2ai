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7 — ML Review &amp; Midterm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3E3"/>
                </a:solidFill>
                <a:latin typeface="Calibri"/>
              </a:rPr>
              <a:t>CSCI 250 — Introduction to Artificial Intelligence ·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Consolidate Weeks 1–6 into one map of the ML workflow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Work through the study guide + review/solutions notebook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Take the practice midterm under exam conditions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Sit the Midterm Exam — Sat Oct 11, 5:30–11:59 PM PT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Midterm is AI-restricted: no Claude/Gemini/Copilot during the 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Midterm Logistics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Know 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Date: Saturday, October 11, 2026 — 5:30 to 11:59 PM Pacific (Canvas)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Coverage: Weeks 1–6 (Python → NumPy → Pandas → ML → NN foundations)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Format: multiple-choice, short-answer, read-the-code, brief concepts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AI-restricted — treat it like a proctored, closed-AI exam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Practice midterm mirrors the format — take it AI-free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The Big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Weeks 1–6 Fit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raw data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-&gt; load &amp; clean        (NumPy / Pandas)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-&gt; explore &amp; visualize (Matplotlib)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-&gt; split train / test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-&gt; fit a model         (scikit-learn)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-&gt; evaluate            (right metric!)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-&gt; improve             (avoid over/underfitting)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-&gt; (Week 6) neural network when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Most exam questions are: 'which step is this?' or 'which tool/metric belongs here?'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Weeks 1–3: Python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Python + NumPy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types, comprehensions, f-strings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keys via Colab Secrets (never hard-code)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ndarray, vectorization, broadcasting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axis=0 vs axis=1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Pandas + Matplotlib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DataFrame, .loc/.iloc, filtering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groupby().agg(), missing values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line / scatter / bar / histogram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pick the right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Weeks 4–5: ML &amp; 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Intro &amp;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AI ⊃ ML ⊃ DL ⊃ GenAI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supervised / unsupervised / RL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fit() then predict()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train/test split → generalization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Regression &amp;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linear reg → MAE / MSE / R²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logistic, k-NN, decision trees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accuracy / precision / recall / F1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confusion matrix; over/underfit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Week 6: Neural-Net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Core machinery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perceptron: z = w·x + b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layers: input / hidden / output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loss: MSE / cross-entropy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gradient descent: w ← w − lr·grad; backprop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Activations &amp; the LLM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ReLU (hidden), sigmoid (binary)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softmax → class distribution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CNNs (images) · Transformers (sequences)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the foundation under LLMs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High-Yield &amp; Self-Check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Memorize 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Overfitting = low train error, high test error; never tune on test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Precision = TP/(TP+FP); Recall = TP/(TP+FN)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Accuracy misleads on imbalanced data — use precision/recall/F1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Regression → MAE/MSE/R²;  Classification → acc/prec/recall/F1 + confusion matrix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softmax = next-token step in an LLM; lr = gradient-descent step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Can You Answer These? (no 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1. mutable or not: list, tuple, dict, str?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2. shape of [[1,2,3]] + [[10],[20]]  (broadcasting)?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3. what does df.groupby('city')['sales'].mean() return?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4. train acc 0.99, test acc 0.62 -&gt; what's wrong?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5. which activation gives a multi-class distribution?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Worked answers in 01_review_solutions.ipynb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This Week —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657600" cy="45720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Study the guide in document.md; target your weak spots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01_review_solutions.ipynb (worked solutions, Weeks 1–6)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Take 02_practice_midterm.ipynb under exam conditions — no AI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Sit the Midterm: Sat Oct 11, 5:30–11:59 PM PT (AI-restricted)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