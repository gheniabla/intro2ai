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15 — Multi-modal LLMs &amp; Generative Media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What 'multimodal' means: text + image (+ audio) in one prompt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Send an image to Claude and Gemini vision models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Practical tasks: describe, OCR, read a chart into JSON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Image GENERATION (diffusion) — conceptually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Capstone work: 'My Assistant' v4 (optional multimodal)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What Multimodal Means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From Pixels to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Modality = a kind of input/output: text, image, audio, video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Vision-Language Model (VLM): images + text in, text out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 vision encoder splits the image into patches → embeddings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Patches live in the same space as word tokens → model 'reads' both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You just send the bytes + a prompt — no encoding to manage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Good At / Not Good 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Good 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Describing scenes (alt-text)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OCR: receipts, signs, handwriting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Reading charts &amp; tables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Visual 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Watch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Miscounting objects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Misreading blurry text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Hallucinated details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Not pixel-perfect — verify!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Calling Vision Models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Image → Claude (Anthropic SDK)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import anthropic, base64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client = anthropic.Anthropic()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b64 = base64.standard_b64encode(open('chart.png','rb').read()).decode()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msg = client.messages.create(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model='claude-sonnet-4-6', max_tokens=500,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messages=[{'role':'user','content':[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{'type':'image','source':{'type':'base64',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'media_type':'image/png','data':b64}},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{'type':'text','text':'Describe this chart.'}]}])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print(msg.content[0].text)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User content is a LIST of blocks: one image + one 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Image → Gemini (google-generativeai)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import google.generativeai as genai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from PIL import Image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genai.configure(api_key=os.environ['GEMINI_API_KEY'])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model = genai.GenerativeModel('gemini-2.5-flash')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img = Image.open('chart.png')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resp = model.generate_content(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['Describe this chart.', img])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print(resp.text)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Pass a PIL.Image right next to the prompt string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Practical Tasks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Describe · OCR · Charts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Describe: 'In 2 sentences, write screen-reader alt-text.'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OCR: 'Extract the text. Quote it exactly.'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Receipt → JSON: vendor, date, items[], total (null if unreadable)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Chart → JSON: list of {label, value}; values are approximate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Ask for JSON → validate with json.loads() downstream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Vision as an Extraction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prompt = ('Extract all text from this receipt. Return JSON 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'with keys: vendor, date, items (list of 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'{name, price}), total. Null if unreadable.')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... send prompt + image to Claude or Gemini ...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import json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data = json.loads(response_text)   # validate!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print(data['total'])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Same spine as the Final Project 'Receipt Reader' (Track 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Image Generation: Diffusion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Diffusion in Two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Add noise to real images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...until pure static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Train a net to REMOVE the noise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Generating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Start from pure noise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Denoise step by step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Steered by your text prompt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→ a coherent image emerges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Generation &amp; Model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Diffusion differs from text LLMs (next-token) — it 'sculpts' from noise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Models: Imagen, Stable Diffusion (conceptual this week)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Artifacts, bias, copyright/consent — sharpest-ethics GenAI (Wk 17)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Vision: claude-sonnet-4-6 (reasoning) · gemini-2.5-flash (fast OCR)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gemini-2.5-pro for hard images · local LLaVA when data must stay put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Keys from Colab Secrets / env vars — never hard-code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Read: Claude Vision + Gemini multimodal docs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01_multimodal_basics.ipynb — Claude vs Gemini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02_charts_and_extraction.ipynb — read a chart as JSON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Capstone: advance 'My Assistant' toward v4 (optional multimodal)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Post a progress update + screenshot (with AI-Use note)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