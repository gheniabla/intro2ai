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3 — Data Visualization: Pandas &amp; Matplotlib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Pandas DataFrames &amp; Series — labeled tabular data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Select &amp; filter: .loc, .iloc, boolean conditions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groupby — answer 'per-category' questions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Handle missing data (isna / dropna / fillna)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Matplotlib: line, bar, scatter, histogram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See the A–Z handwritten dataset as images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Mon Sep 7 is Labor Day — A3 still due Sunday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Pandas: Labeled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DataFrame = Table on Top of NumPy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DataFrame = rows + named columns; a column is a Series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Still NumPy underneath — Week 2 skills carry over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head() — peek at the first rows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info() — dtypes + non-null counts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describe() — summary stats per numeric column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Load &amp; Inspect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pandas as pd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 = pd.read_csv('data.csv')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df.head()        # first rows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df.shape         # (rows, columns)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df.info()        # dtypes + non-null counts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df.describe()    # mean/std/min/max per column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head / info / describe — run these first on ANY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Select, Filter, Group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Selecting &amp; Filtering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df.loc[:, 'score']            # by label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df.iloc[0:3, 0:2]            # by position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df[df['score'] &gt;= 85]                        # filter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df[(df['score'] &gt;= 85) &amp; (df['hours'] &lt; 6)]  # &amp; / |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df['passed'] = df['score'] &gt;= 80   # new column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.loc = labels, .iloc = positions, [] = boolean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Group &amp; Missing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df.groupby('team')['score'].mean()   # per-category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df['team'].value_counts()            # rows per group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df.isna().sum()                      # missing per column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df.dropna(subset=['score'])          # drop missing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df['score'].fillna(df['score'].mean())  # or fill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Dropping loses data; filling invents it — say what you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Matplotlib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Pick the Chart by 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Relationship / spread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scatter — two numbers related?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histogram — distribution of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Compare /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bar — across categories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line — change over an ordered axis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A–Z Handwritten Digits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df = pd.read_csv('A_Z-HandwrittenData.csv', header=None)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labels = df.iloc[:, 0].values     # 0..25 -&gt; A..Z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pixels = df.iloc[:, 1:].values    # (n, 784)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img = pixels[0].reshape(28, 28)   # Week-2 reshape!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plt.imshow(img, cmap='gray')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plt.title(chr(ord('A') + labels[0])); plt.show()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Pandas loads, NumPy reshapes, Matplotlib shows the letter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document + 10-minutes-to-pandas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01_pandas_basics.ipynb (5 exercises)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02_visualization_AZ.ipynb — grid, bar chart, histogram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Write the 'is the dataset balanced?' note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Lab A3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