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1 — Python Review &amp; AI Dev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CSCI 250 — Introduction to Artificial Intelligence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Tour the course: Canvas, weekly rhythm, how to get help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Refresh the Python we use all semester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Stand up your AI dev environment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Make your first AI API call + run a local model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First look at AI-assisted coding (Claude Code)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How This Course 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Weekly Rhythm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Module opens Monday: document + slides + videos + code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Discussion / lab / quiz due Sunday 11:59 PM PT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Office hours: Tue 5–6 PM, Sat 10–11 AM PT (Zoom)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Email subject prefix: "CSCI250 -"  (48-hr reply)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Using AI is allowed &amp; encouraged — but you own what you submit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Exams are AI-restricted; add an 'AI Use' note to assignments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Python Refresher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Core Data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int, float, bool, str — scalars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list — ordered, mutable  [1, 2, 3]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tuple — ordered, immutable  (3, 4)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dict — key→value  {'model': 'claude'}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set — unique items  {1, 2, 3}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Functions &amp; f-strings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def greet(name: str, excited: bool = False) -&gt; str: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msg = f"Hello, {name}"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return msg + "!" if excited else msg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squares = [x * x for x in range(5)]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print(f"{len(squares)} squares: {squares}")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Type hints + comprehensions + f-strings — used all semester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AI Dev Environment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 Model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Cloud APIs (need a key)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Anthropic Claude + Claude Code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Google Gemini + AI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Local (no key, no cost)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Ollama (run open models)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Hugging 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Setup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Google Colab — browser notebooks, free GPU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Git + GitHub account (Student Developer Pack)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API keys: Claude (console.anthropic.com), Gemini (aistudio.google.com)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Ollama installed locally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Never commit or share API keys — use Colab Secrets / env vars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Hello, AI (Claude)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import anthropic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client = anthropic.Anthropic()   # reads ANTHROPIC_API_KEY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msg = client.messages.create(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model="claude-sonnet-4-6",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max_tokens=300,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messages=[{"role": "user",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    "content": "Explain an LLM in 2 sentences."}],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print(msg.content[0].text)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Full versions for Claude, Gemini, and Ollama in 02_first_ai_calls.ipynb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Read the syllabus + schedule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01_python_review.ipynb (5 exercises)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02_first_ai_calls.ipynb — Claude, Gemini, Ollama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Install Claude Code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Submit Lab A1 by Sunday 11:59 PM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