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91695" cy="73152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Week 8 — LLM Concepts, Frameworks &amp;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FE3E3"/>
                </a:solidFill>
                <a:latin typeface="Calibri"/>
              </a:rPr>
              <a:t>CSCI 250 — Introduction to Artificial Intelligence · Fall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This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How LLMs work: next-token prediction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Tokens &amp; tokenization; the context window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Sampling: temperature, top-p, max_tokens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In-context learning: zero-shot &amp; few-shot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Capabilities &amp; failure modes (hallucination)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From scratch: build a BPE tokenizer + attention in NumPy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Hands-on: Claude + Gemini + a local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8C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How LLMs 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Next-Token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An LLM is a large Transformer neural network (builds on Week 6)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Trained to predict the next token from the tokens so far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Chat = repeat: predict → append → predict (autoregressive)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No database lookup — text is generated, not retrieved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This is why LLMs are fluent AND why they can make things 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Tokens &amp; the Context Window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Models see tokens (sub-word IDs), not characters or words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Rule of thumb: 1 token ≈ 4 chars ≈ 0.75 words; rare words split into several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You pay per token; max_tokens caps the response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Context window = max tokens the model can attend to at once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Prompt + generated reply must both fit inside it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No memory between API calls — the client replays history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Long docs need chunking → RAG (Week 11)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5/16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Sampling Parameters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44805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500">
                <a:solidFill>
                  <a:srgbClr val="E6E6E6"/>
                </a:solidFill>
                <a:latin typeface="Consolas"/>
              </a:rPr>
              <a:t>msg = client.messages.create(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model="claude-sonnet-4-6",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max_tokens=200,       # caps the RESPONSE length + cost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temperature=0.0,      # 0 = focused; ~1.0 = creative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messages=[{"role": "user",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           "content": "List 3 uses of LLMs."}],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print(msg.content[0].text)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temp=0 for extraction/code; temp~0.7–1.0 for brainstorming. top-p = nucleus sampling.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In-Context Learning (Few-Shot)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44805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500">
                <a:solidFill>
                  <a:srgbClr val="E6E6E6"/>
                </a:solidFill>
                <a:latin typeface="Consolas"/>
              </a:rPr>
              <a:t>Review: "Loved every minute." -&gt; positive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Review: "A complete waste of time." -&gt; negative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Review: "The acting saved a dull script." -&gt;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Examples in the prompt teach the task + output format — no retraining. Foundation for Week 9.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LLMs Can &amp; Can't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8C8C"/>
                </a:solidFill>
                <a:latin typeface="Calibri"/>
              </a:rPr>
              <a:t>Strengths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Summarize, draft, translate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Classify &amp; extract structure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Write &amp; refactor code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Flexible reasoning over 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2801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8C8C"/>
                </a:solidFill>
                <a:latin typeface="Calibri"/>
              </a:rPr>
              <a:t>Failure modes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Hallucination (confident &amp; wrong)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Knowledge cutoff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Weak exact math / counting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Prompt sensitivity; bias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8/16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Mitigating Hallucination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Treat output as a confident DRAFT, not a source of truth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Ground answers in supplied context (RAG, Week 11)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Ask for sources; set temperature=0 for factual tasks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Give the model tools (Week 13); verify anything important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Under the Hood: Byte-Pair Encoding, From Scratch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Start from raw bytes (vocab of 256)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Count every adjacent pair of tokens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Merge the most frequent pair into a new token; repeat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encode = replay merges; decode = bytes back → exact round-trip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Tradeoff: bigger vocab = shorter sequences (fewer tokens to pay for)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Why an LLM can't count the r's in 'strawberry': it's one token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Core of BPE: merge a pair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44805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500">
                <a:solidFill>
                  <a:srgbClr val="E6E6E6"/>
                </a:solidFill>
                <a:latin typeface="Consolas"/>
              </a:rPr>
              <a:t>def merge(ids, pair, new_id):     # replace every (a,b)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a, b = pair; out = []; i = 0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while i &lt; len(ids):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    if i &lt; len(ids)-1 and ids[i]==a and ids[i+1]==b: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        out.append(new_id); i += 2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    else: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        out.append(ids[i]); i += 1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return out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# loop: count pairs -&gt; merge most frequent -&gt; repeat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# then encode/decode round-trips your own text exactly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code/03_build_bpe_tokenizer.ipynb — Karpathy minbpe / CS336 style, pure Python.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8C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The Idea Behind Transformers: Attention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Scaled Dot-Product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Each word → Q (query), K (key), V (value) vectors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scores = Q·Kᵀ / √d  — how much each word matches each other word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softmax each row → attention weights that sum to 1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output = weights · V — a context-aware mix of the value vectors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Heatmap of the weights shows which words attend to which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Multi-head = run it in parallel; stack layers → a Transformer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Attention in 3 Lines of NumPy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44805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500">
                <a:solidFill>
                  <a:srgbClr val="E6E6E6"/>
                </a:solidFill>
                <a:latin typeface="Consolas"/>
              </a:rPr>
              <a:t>scores  = (Q @ K.T) / np.sqrt(d)   # match strength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weights = softmax_rows(scores)     # rows sum to 1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output  = weights @ V              # context mix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# plot 'weights' as a heatmap -&gt; the engine, made visible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code/04_attention_from_scratch.ipynb — the operation inside every LLM, in pure NumPy.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Three Ways to Run a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8C8C"/>
                </a:solidFill>
                <a:latin typeface="Calibri"/>
              </a:rPr>
              <a:t>Cloud APIs (need a key)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Anthropic Claude — messages.create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Google Gemini + AI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2801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8C8C"/>
                </a:solidFill>
                <a:latin typeface="Calibri"/>
              </a:rPr>
              <a:t>Local (no key, no cost)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Ollama (Llama, Mistral, Gemma)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Hugging Face transformers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15/16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This Week — To Do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00200"/>
            <a:ext cx="3657600" cy="45720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Read the Compact Guide to LLMs (tokens, context, sampling)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Run 01_llm_concepts.ipynb + 02_claude_gemini_local.ipynb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Build the BPE tokenizer (03) — fill-ins + round-trip on your text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Build attention (04) — fill-ins + paste your heatmap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Do the hallucination hunt + comparison table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Submit Assignment A7 by Sunday 11:59 PM 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