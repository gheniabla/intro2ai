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8 — LLM Concepts, Frameworks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How LLMs work: next-token prediction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Tokens &amp; tokenization; the context window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Sampling: temperature, top-p, max_tokens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In-context learning: zero-shot &amp; few-shot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Capabilities &amp; failure modes (hallucination)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scratch: build a BPE tokenizer + attention in NumPy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Hands-on: Claude + Gemini + a local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LLMs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Next-Token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 LLM is a large Transformer neural network (builds on Week 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Trained to predict the next token from the tokens so far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Chat = repeat: predict → append → predict (autoregressive)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database lookup — text is generated, not retrieved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is why LLMs are fluent AND why they can make things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Tokens &amp; Context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Tokens &amp; Tokenization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Models see tokens (sub-word IDs), not characters or words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Rule of thumb: 1 token ≈ 4 chars ≈ 0.75 words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Common words = 1 token; rare words split into several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pay per token; max_tokens caps the response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Prompt + reply must fit the context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Max tokens the model can attend to at once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Prompt + generated reply must fit inside it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No memory between API calls — the client replays history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Long docs need chunking → RAG (Week 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Controlling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Sampling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max_tokens=200,       # caps the RESPONSE length + cost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temperature=0.0,      # 0 = focused; ~1.0 = creative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"List 3 uses of LLMs."}],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temp=0 for extraction/code; temp~0.7–1.0 for brainstorming. top-p = nucleus sampling.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In-Context Learning (Few-Shot)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Review: "Loved every minute." -&gt; positive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"A complete waste of time." -&gt; negative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"The acting saved a dull script."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Examples in the prompt teach the task + output format — no retraining. Foundation for Week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Capabilities &amp; Failure Modes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LLMs Can &amp; Can't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Summarize, draft, translate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Classify &amp; extract structure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&amp; refactor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Flexible reasoning over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Failure modes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Hallucination (confident &amp; wrong)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Knowledge cutoff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Weak exact math / counting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 sensitivity;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Mitigating Hallucination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Treat output as a confident DRAFT, not a source of truth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Ground answers in supplied context (RAG, Week 11)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 for sources; set temperature=0 for factual tasks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Give the model tools (Week 13); verify anything important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Under the Hood: Build a BPE Tokenizer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Byte-Pair Encoding,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Start from raw bytes (vocab of 256)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Count every adjacent pair of 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Merge the most frequent pair into a new token; repeat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encode = replay merges; decode = bytes back → exact round-trip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Tradeoff: bigger vocab = shorter sequences (fewer tokens to pay for)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Why an LLM can't count the r's in 'strawberry': it's one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Core of BPE: merge a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merge(ids, pair, new_id):     # replace every (a,b)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a, b = pair; out = []; i = 0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while i &lt; len(ids):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if i &lt; len(ids)-1 and ids[i]==a and ids[i+1]==b: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out.append(new_id); i += 2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else: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out.append(ids[i]); i +=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out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loop: count pairs -&gt; merge most frequent -&gt; repeat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then encode/decode round-trips your own text exactly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code/03_build_bpe_tokenizer.ipynb — Karpathy minbpe / CS336 style, pure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Idea Behind Transformers: Attention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Scaled Dot-Product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Each word → Q (query), K (key), V (value) vectors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scores = Q·Kᵀ / √d  — how much each word matches each other word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softmax each row → attention weights that sum to 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output = weights · V — a context-aware mix of the value vectors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Heatmap of the weights shows which words attend to which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Multi-head = run it in parallel; stack layers → a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Attention in 3 Lines of NumPy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scores  = (Q @ K.T) / np.sqrt(d)   # match strength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weights = softmax_rows(scores)     # rows sum to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output  = weights @ V              # context mix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plot 'weights' as a heatmap -&gt; the engine, made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code/04_attention_from_scratch.ipynb — the operation inside every LLM, in pure NumPy.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Ways to Run 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Cloud APIs (need a 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Anthropic Claude — messages.create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Google Gemini + AI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Local (no key, no cost)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Ollama (Llama, Mistral, Gemma)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Hugging Face 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Compact Guide to LLMs (tokens, context, sampling)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01_llm_concepts.ipynb + 02_claude_gemini_local.ipynb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the BPE tokenizer (03) — fill-ins + round-trip on your text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attention (04) — fill-ins + paste your heatmap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Do the hallucination hunt + comparison table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S1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