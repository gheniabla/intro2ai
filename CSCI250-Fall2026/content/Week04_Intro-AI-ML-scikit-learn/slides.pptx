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4 — Intro to AI &amp; ML with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Frame AI vs ML vs DL vs GenAI (and a little history)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Walk the end-to-end ML workflow: data → train → evaluate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Meet scikit-learn: estimators, fit/predict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Split data safely with train_test_split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Lab: Assignment A4 (6 pts, due Sun Sep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AI vs ML vs DL vs 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Nested, Not Interchangeable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AI — broad goal: machines doing 'intelligent' tasks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ML — systems that learn patterns from data (our focus)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DL — ML using multi-layer neural networks (Week 6)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GenAI / LLMs — DL that generates text, images,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Mental model:  AI ⊃ ML ⊃ DL ⊃ GenAI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60-Second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1950s–60s — symbolic AI, Turing Test, the perceptron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1980s — expert systems, then the first 'AI winter'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1990s–2000s — statistical ML: trees, SVMs, scikit-learn era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2012 — deep learning breaks out (AlexNet)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2017 — the Transformer; 2022+ — GenAI goes mainstream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Kinds of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This course's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Supervised: learn from labeled (X, 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Regression → numeric 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Classification → categorical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Also out there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Unsupervised: find structure, no labels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Reinforcement: learn from rewards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End-to-End ML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Same Loop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1. Get data — rows = samples, columns = features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2. Explore &amp; clean (your Week 2–3 skills)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3. Split — hold out a test set you NEVER train 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4. Features — choose/transform inputs (X)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5. Train (fit) → 6. Evaluate → 7. Predict → 8. Iterate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Cardinal rule: never judge a model on its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scikit-learn Basics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Universal Estimator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sklearn.linear_model import LinearRegression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 = LinearRegression()      # 1. instantiate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model.fit(X_train, y_train)     # 2. learn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preds = model.predict(X_test)   # 3. predict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model.score(X_test, y_test)     # 4. built-in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Swap in any estimator (k-NN, trees, ...) — these 4 lines barely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Load Data + Split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sklearn.datasets import load_iris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sklearn.model_selection import train_test_split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X, y = load_iris(return_X_y=True)   # (150, 4),  (150,)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X_train, X_test, y_train, y_test = train_test_split(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X, y, test_size=0.2, random_state=42, stratify=y)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test_size holds out 20%; random_state = reproducible; stratify keeps class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Full Pipeline in 8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sklearn.neighbors import KNeighborsClassifier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clf = KNeighborsClassifier(n_neighbors=3)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clf.fit(X_train, y_train)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print('test accuracy:', clf.score(X_test, y_test))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Week 5 unpacks the models and the metrics behind that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GenAI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Claude &amp; Gemini are deep-learning models — still 'ML'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They learned patterns from data, just at massive scale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Same ideas: data, training, evaluation, generalization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This workflow is the foundation for the GenAI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scikit-learn 'Getting Started' guide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01_ml_workflow.ipynb (AI/ML framing + workflow)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02_sklearn_basics.ipynb (fit/predict + split)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Assignment A4 (6 pts, due Sun Sep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