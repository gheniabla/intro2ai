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Week 2 — Data Processing &amp; Analytics with NumPy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FE3E3"/>
                </a:solidFill>
                <a:latin typeface="Calibri"/>
              </a:rPr>
              <a:t>CSCI 250 — Introduction to Artificial Intelligence · Fall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Why NumPy is the foundation of every ML library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Create, reshape &amp; inspect N-dimensional arrays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Vectorization — replace slow Python loops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Broadcasting — combine arrays of different shapes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Indexing, slicing &amp; boolean masks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Axis operations &amp; simple statistics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Why NumPy?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Arrays Power All of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Pandas, scikit-learn, PyTorch all build on the ndarray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Speed: array math runs in C — 10–100× faster than loops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Vectorization: write 'a + b', not an element loop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One dtype, contiguous memory — what GPUs/ML expect</a:t>
            </a:r>
          </a:p>
          <a:p>
            <a:pPr lvl="1">
              <a:spcAft>
                <a:spcPts val="800"/>
              </a:spcAft>
            </a:pPr>
            <a:r>
              <a:rPr sz="1800">
                <a:solidFill>
                  <a:srgbClr val="6B7280"/>
                </a:solidFill>
                <a:latin typeface="Calibri"/>
              </a:rPr>
              <a:t>– Data shape: rows = samples, columns =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Creating &amp; Inspecting Arrays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import numpy as np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a = np.arange(12)          # [0 1 ... 11]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 = a.reshape(3, 4)        # view as 3x4, no copy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print(m.shape, m.ndim, m.dtype, m.size)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np.zeros((2, 3)); np.ones(4); np.linspace(0, 1,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shape / ndim / dtype / size — check these constantly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Vectorization &amp; Broadcasting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Stop Writing Loops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Slow: Python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out = []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for x in range(N):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6B7280"/>
                </a:solidFill>
                <a:latin typeface="Calibri"/>
              </a:rPr>
              <a:t>– out.append(x *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8C8C"/>
                </a:solidFill>
                <a:latin typeface="Calibri"/>
              </a:rPr>
              <a:t>Fast: vectorized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out = np.arange(N) * 2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runs in C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shorter AND faster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Broadcasting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prices = np.array([10., 20., 30.])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prices * 1.08            # +8% tax to all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X = np.random.default_rng(0).random((100, 4))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X_std = (X - X.mean(axis=0)) / X.std(axis=0)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# subtract/divide per-column mean &amp; std -&gt; standardize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Shapes align from the right; a dim of 1 stretches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8C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Selecting &amp; Summarizing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Indexing, Slicing &amp; Masks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m = np.arange(12).reshape(3, 4)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m[1, 2]          # row 1, col 2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m[:, 0]          # whole first column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m[0:2, 1:3]      # sub-block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data = np.array([3, -1, 7, -5, 9])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data[data &gt; 0]      # [3 7 9] keep positives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data[data &lt; 0] = 0  # clip negatives to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Boolean masks are how you filter a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10642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Axis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11064240" cy="448056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/>
            <a:r>
              <a:rPr sz="1500">
                <a:solidFill>
                  <a:srgbClr val="E6E6E6"/>
                </a:solidFill>
                <a:latin typeface="Consolas"/>
              </a:rPr>
              <a:t>scores = np.array([[90, 80, 70],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                   [60, 75, 95]])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scores.sum(axis=0)   # [150 155 165] per COLUMN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scores.sum(axis=1)   # [240 230]     per ROW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scores.mean(axis=0)  # average per subject</a:t>
            </a:r>
          </a:p>
          <a:p>
            <a:r>
              <a:rPr sz="1500">
                <a:solidFill>
                  <a:srgbClr val="E6E6E6"/>
                </a:solidFill>
                <a:latin typeface="Consolas"/>
              </a:rPr>
              <a:t>scores.argmax(axis=1)# best subject per 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97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axis=0 collapses rows; axis=1 collapses columns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This Week — To Do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3657600" cy="45720"/>
          </a:xfrm>
          <a:prstGeom prst="rect">
            <a:avLst/>
          </a:prstGeom>
          <a:solidFill>
            <a:srgbClr val="12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Read the document + skim NumPy Beginner's Guide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01_numpy_basics.ipynb (6 exercises)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Run 02_numpy_analytics.ipynb — analyze a CSV, no loops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Write your vectorization note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✓ Submit Lab A2 by Sunday 11:59 PM 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Palomar College · CSCI 250 ·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