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12 — AI-Assisted Software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Claude Code &amp; agentic coding · CSCI 250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From autocomplete → chat → agentic coding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Install &amp; drive Claude Code (plan → edit → run → review)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Prompt for code: context, constraints, acceptance criteria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Review, test, and secure AI-generated code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sane git workflow + when AI helps vs. hurts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Lab A9: finish a TESTED feature with AI help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From Autocomplete to Agents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Kinds of AI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You integrate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Autocomplete: next few tokens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Chat: paste in, paste back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No project 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Agent integrates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Claude Code reads your files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Runs commands &amp; tests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Edits in a reason→act→observe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Installing &amp; Driving Claude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Install &amp;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Node 18+ required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npm install -g @anthropic-ai/claude-code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cd my-project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claude                 # interactive session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claude -p "what does this repo do?"   # one-shot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in-session: /init  /clear  /review  (Esc = interrupt)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/init writes a CLAUDE.md the agent reloads every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Prompting for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Context · Constraints ·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Context: what the project is, which file, what works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Constraints: stack, style, what NOT to change, edge cases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Criteria: how we both know it's done — usually 'tests pass'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Bad: 'add caching'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Good: 'cache get_rate() in pricing.py, keep the signature,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add a pytest proving the 2nd call doesn't refetch'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Plan First, Then 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Ask for a 4–6 step plan BEFORE any edits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Use Claude Code's plan mode — investigate, don't write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Reading the plan catches wrong assumptions early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Highest-value habit of the week: separate planning from editing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Review · Test · Secure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Test-Driven AI Coding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1. a FAILING test captures the requirement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2. ask Claude to make it pass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3. run tests yourself — then READ the diff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python -m pytest -q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diff            # does it do that, and ONLY that?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Green tests are a contract the AI can't talk its way out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Securing AI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Secrets hard-coded instead of read from env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Injection: input into SQL / shell / eval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Unsafe deserialization: pickle/eval on untrusted data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Dependencies you didn't vet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/security-review and /review help — but YOU sign 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When AI Helps vs. Hurts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Helps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Boilerplate, scaffolding, tests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Explaining unfamiliar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Refactors with tests as safety net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Repetitive multi-file edits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Hurts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Novel algorithms, subtle bugs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Concurrency / numerical edge cases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Anything you can't verify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Code you skim instead of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Git Workflow with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git checkout -b feature/discount-codes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... AI helps implement + test ...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add -p          # stage small, reviewed chunks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commit -m "Add discount validation + tests"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git diff main       # read it all before merging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Small commits, branch per feature, read every diff, disclose AI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Install Claude Code; try /init on a repo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Open code/starter_repo — run pytest, see failing tests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Plan with the AI, then implement best_price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Make tests green; add one edge-case test of your own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Lab A9 + reflection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