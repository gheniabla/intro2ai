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12191695" cy="73152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Week 12 — AI-Assisted Software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FE3E3"/>
                </a:solidFill>
                <a:latin typeface="Calibri"/>
              </a:rPr>
              <a:t>Claude Code &amp; agentic coding · CSCI 250 · Fall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This Week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From autocomplete → chat → agentic coding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Install &amp; drive Claude Code (plan → edit → run → review)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Prompt for code: context, constraints, acceptance criteria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Review, test, and secure AI-generated code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A sane git workflow + when AI helps vs. hurts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Lab A9: finish a TESTED feature with AI help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2/15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8C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From Autocomplete to Agents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Three Kinds of AI Help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8C8C"/>
                </a:solidFill>
                <a:latin typeface="Calibri"/>
              </a:rPr>
              <a:t>You integrate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Autocomplete: next few tokens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Chat: paste in, paste back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No project awareness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2801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8C8C"/>
                </a:solidFill>
                <a:latin typeface="Calibri"/>
              </a:rPr>
              <a:t>Agent integrates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Claude Code reads your files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Runs commands &amp; tests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Edits in a reason→act→observe loop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4/15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8C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Installing &amp; Driving Claude Code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Install &amp; Start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44805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500">
                <a:solidFill>
                  <a:srgbClr val="E6E6E6"/>
                </a:solidFill>
                <a:latin typeface="Consolas"/>
              </a:rPr>
              <a:t># Node 18+ required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npm install -g @anthropic-ai/claude-code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cd my-project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claude                 # interactive session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claude -p "what does this repo do?"   # one-shot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# in-session: /init  /clear  /review  (Esc = interrupt)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/init writes a CLAUDE.md the agent reloads every session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6/15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8C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Prompting for Code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Context · Constraints ·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Context: what the project is, which file, what works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Constraints: stack, style, what NOT to change, edge cases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Criteria: how we both know it's done — usually 'tests pass'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6B7280"/>
                </a:solidFill>
                <a:latin typeface="Calibri"/>
              </a:rPr>
              <a:t>– Bad: 'add caching'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6B7280"/>
                </a:solidFill>
                <a:latin typeface="Calibri"/>
              </a:rPr>
              <a:t>– Good: 'cache get_rate() in pricing.py, keep the signature,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6B7280"/>
                </a:solidFill>
                <a:latin typeface="Calibri"/>
              </a:rPr>
              <a:t>– add a pytest proving the 2nd call doesn't refetch'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8/15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Plan First, Then Edit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Ask for a 4–6 step plan BEFORE any edits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Use Claude Code's plan mode — investigate, don't write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Reading the plan catches wrong assumptions early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6B7280"/>
                </a:solidFill>
                <a:latin typeface="Calibri"/>
              </a:rPr>
              <a:t>– Highest-value habit of the week: separate planning from editing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9/15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8C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Review · Test · Secure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Test-Driven AI Coding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44805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500">
                <a:solidFill>
                  <a:srgbClr val="E6E6E6"/>
                </a:solidFill>
                <a:latin typeface="Consolas"/>
              </a:rPr>
              <a:t># 1. a FAILING test captures the requirement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# 2. ask Claude to make it pass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# 3. run tests yourself — then READ the diff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python -m pytest -q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git diff            # does it do that, and ONLY that?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Green tests are a contract the AI can't talk its way out 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11/15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Securing AI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Secrets hard-coded instead of read from env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Injection: input into SQL / shell / eval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Unsafe deserialization: pickle/eval on untrusted data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Dependencies you didn't vet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6B7280"/>
                </a:solidFill>
                <a:latin typeface="Calibri"/>
              </a:rPr>
              <a:t>– /security-review and /review help — but YOU sign 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12/15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When AI Helps vs. Hurts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8C8C"/>
                </a:solidFill>
                <a:latin typeface="Calibri"/>
              </a:rPr>
              <a:t>Helps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Boilerplate, scaffolding, tests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Explaining unfamiliar code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Refactors with tests as safety net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Repetitive multi-file edits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2801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8C8C"/>
                </a:solidFill>
                <a:latin typeface="Calibri"/>
              </a:rPr>
              <a:t>Hurts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Novel algorithms, subtle bugs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Concurrency / numerical edge cases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Anything you can't verify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Code you skim instead of read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13/15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Git Workflow with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44805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500">
                <a:solidFill>
                  <a:srgbClr val="E6E6E6"/>
                </a:solidFill>
                <a:latin typeface="Consolas"/>
              </a:rPr>
              <a:t>git checkout -b feature/discount-codes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# ... AI helps implement + test ...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git add -p          # stage small, reviewed chunks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git commit -m "Add discount validation + tests"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git diff main       # read it all before merging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Small commits, branch per feature, read every diff, disclose AI 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14/15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This Week — To Do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00200"/>
            <a:ext cx="3657600" cy="45720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✓ Install Claude Code; try /init on a repo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✓ Open code/starter_repo — run pytest, see failing tests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✓ Plan with the AI, then implement best_price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✓ Make tests green; add one edge-case test of your own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✓ Submit Lab A9 + reflection by Sunday 11:59 PM 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15/15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