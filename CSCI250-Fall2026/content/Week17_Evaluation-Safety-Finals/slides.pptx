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17 — Evaluation, Safety &amp; Finals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Evaluate GenAI: exact-match, rubric, LLM-as-judge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Build a small eval harness (score over test cases)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safety: hallucination, bias, prompt injection, privacy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Limits &amp; responsible use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Course wrap-up + Final Project logistics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Final Project due Friday, Dec 19, 11:59 PM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Evaluation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Turn Vibes Into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is non-deterministic — 'it looked good once' is not a test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You can't tell if a change helped without measuring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Lets you justify a cheaper/faster model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Loop: test cases → run → score → aggregate → compare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Re-run on every prompt or model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Picking a Metric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Match Metric to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exact-match / contains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one right answer (class, extract, math)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cheap but brittle for free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Open-ended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rubric / structured checks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LLM-as-judge (Claude / Gemini)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nuance exact-match misses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LLM-as-Judge (Claude)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400">
                <a:solidFill>
                  <a:srgbClr val="E6E6E6"/>
                </a:solidFill>
                <a:latin typeface="Consolas"/>
              </a:rPr>
              <a:t>import anthropic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client = anthropic.Anthropic()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prompt = f'''You are a strict grader. Score 1-5 for correctness.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Question: {question}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Reference answer: {reference}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Model answer: {answer}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Reply with ONLY a number 1-5.'''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score = client.messages.create(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model='claude-sonnet-4-6', max_tokens=10,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messages=[{'role': 'user', 'content': prompt}],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).content[0].text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Judge hygiene: clear rubric, structured output, low temp, watch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Building an Eval Harness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It's Just Cases + Scorer + Average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test_cases = [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{'input': 'Capital of France?', 'expected': 'Paris'},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{'input': '2 + 2?',            'expected': '4'},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run_eval(system_fn, score_fn):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scores = [score_fn(system_fn(tc['input']), tc['expected'])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for tc in test_cases]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sum(scores) / len(scores)   # average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Keep it in version control; full LLM-judge version in the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GenAI Safety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Know the Failure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Hallucination: confident falsehoods → ground w/ RAG, cite, verify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Bias: unfair across groups → test diverse inputs, human in loop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Prompt injection: untrusted text hijacks system → separate data/instructions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Privacy/IP: don't send secrets/PII; respect copyright; disclose AI media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Limits: LLMs predict plausible text, not truth — keep humans accountable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Prompt Injection — Defend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Separate TRUSTED instructions from UNTRUSTED data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Never blindly eval/exec model output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Constrain tools &amp; permissions; least privilege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Validate outputs before acting on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Wrap-Up &amp; Final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Project — Due Dec 19,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Working notebook/app: a runnable GenAI pipeline (keys via Secrets)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Eval results: run your harness, report the score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1-2 page write-up incl. a safety note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5-minute recorded demo posted to Canvas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AI-Use note (required, as all semester)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01_eval_harness.ipynb (LLM-as-judge over test cases)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Review the safety checklist against your project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Finish + record your Final Project demo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the Final Project by Fri Dec 19, 11:59 PM PT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Congratulations on finishing CSCI 250!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